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9" r:id="rId4"/>
  </p:sldMasterIdLst>
  <p:notesMasterIdLst>
    <p:notesMasterId r:id="rId15"/>
  </p:notesMasterIdLst>
  <p:handoutMasterIdLst>
    <p:handoutMasterId r:id="rId16"/>
  </p:handoutMasterIdLst>
  <p:sldIdLst>
    <p:sldId id="256" r:id="rId5"/>
    <p:sldId id="258"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04" y="66"/>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handoutMaster" Target="handoutMasters/handoutMaster1.xml" /><Relationship Id="rId20"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notesMaster" Target="notesMasters/notesMaster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1/30/2025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1/30/2025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1/30/2025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1/30/2025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1889124" y="2137474"/>
            <a:ext cx="8791575" cy="1096963"/>
          </a:xfrm>
        </p:spPr>
        <p:txBody>
          <a:bodyPr>
            <a:normAutofit/>
          </a:bodyPr>
          <a:lstStyle/>
          <a:p>
            <a:pPr algn="ctr"/>
            <a:r>
              <a:rPr lang="en-US" sz="5400" dirty="0" err="1">
                <a:latin typeface="Rockwell" panose="02060603020205020403" pitchFamily="18" charset="0"/>
              </a:rPr>
              <a:t>atm</a:t>
            </a:r>
            <a:r>
              <a:rPr lang="en-US" sz="5400" dirty="0">
                <a:latin typeface="Rockwell" panose="02060603020205020403" pitchFamily="18" charset="0"/>
              </a:rPr>
              <a:t> simulator in c</a:t>
            </a:r>
          </a:p>
        </p:txBody>
      </p:sp>
      <p:pic>
        <p:nvPicPr>
          <p:cNvPr id="4" name="Picture 3"/>
          <p:cNvPicPr>
            <a:picLocks noChangeAspect="1"/>
          </p:cNvPicPr>
          <p:nvPr/>
        </p:nvPicPr>
        <p:blipFill>
          <a:blip r:embed="rId2"/>
          <a:stretch>
            <a:fillRect/>
          </a:stretch>
        </p:blipFill>
        <p:spPr>
          <a:xfrm>
            <a:off x="2510408" y="3962400"/>
            <a:ext cx="4541721" cy="2336799"/>
          </a:xfrm>
          <a:prstGeom prst="rect">
            <a:avLst/>
          </a:prstGeom>
        </p:spPr>
      </p:pic>
      <p:sp>
        <p:nvSpPr>
          <p:cNvPr id="6" name="Subtitle 5">
            <a:extLst>
              <a:ext uri="{FF2B5EF4-FFF2-40B4-BE49-F238E27FC236}">
                <a16:creationId xmlns:a16="http://schemas.microsoft.com/office/drawing/2014/main" id="{47212555-E2F2-D734-362F-3C4D455597A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err="1">
                <a:latin typeface="Rockwell" panose="02060603020205020403" pitchFamily="18" charset="0"/>
              </a:rPr>
              <a:t>intoduction</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An ATM (Automated Teller Machine) Simulator is a console-based application that mimics the basic functionalities of a real ATM. It allows users to securely access their bank accounts using a PIN-based authentication system and perform essential banking transactions such </a:t>
            </a:r>
            <a:r>
              <a:rPr lang="en-US" dirty="0" err="1">
                <a:latin typeface="Tahoma" panose="020B0604030504040204" pitchFamily="34" charset="0"/>
                <a:ea typeface="Tahoma" panose="020B0604030504040204" pitchFamily="34" charset="0"/>
                <a:cs typeface="Tahoma" panose="020B0604030504040204" pitchFamily="34" charset="0"/>
              </a:rPr>
              <a:t>as:Checking</a:t>
            </a:r>
            <a:r>
              <a:rPr lang="en-US" dirty="0">
                <a:latin typeface="Tahoma" panose="020B0604030504040204" pitchFamily="34" charset="0"/>
                <a:ea typeface="Tahoma" panose="020B0604030504040204" pitchFamily="34" charset="0"/>
                <a:cs typeface="Tahoma" panose="020B0604030504040204" pitchFamily="34" charset="0"/>
              </a:rPr>
              <a:t> account </a:t>
            </a:r>
            <a:r>
              <a:rPr lang="en-US" dirty="0" err="1">
                <a:latin typeface="Tahoma" panose="020B0604030504040204" pitchFamily="34" charset="0"/>
                <a:ea typeface="Tahoma" panose="020B0604030504040204" pitchFamily="34" charset="0"/>
                <a:cs typeface="Tahoma" panose="020B0604030504040204" pitchFamily="34" charset="0"/>
              </a:rPr>
              <a:t>balance,depositing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money,withdrawing</a:t>
            </a:r>
            <a:r>
              <a:rPr lang="en-US" dirty="0">
                <a:latin typeface="Tahoma" panose="020B0604030504040204" pitchFamily="34" charset="0"/>
                <a:ea typeface="Tahoma" panose="020B0604030504040204" pitchFamily="34" charset="0"/>
                <a:cs typeface="Tahoma" panose="020B0604030504040204" pitchFamily="34" charset="0"/>
              </a:rPr>
              <a:t> money and exiting the system. </a:t>
            </a:r>
          </a:p>
        </p:txBody>
      </p:sp>
    </p:spTree>
    <p:extLst>
      <p:ext uri="{BB962C8B-B14F-4D97-AF65-F5344CB8AC3E}">
        <p14:creationId xmlns:p14="http://schemas.microsoft.com/office/powerpoint/2010/main" val="217217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pPr marL="0" indent="0">
              <a:buNone/>
            </a:pPr>
            <a:r>
              <a:rPr lang="en-US" dirty="0"/>
              <a:t>✔ Implement a secure PIN authentication system.</a:t>
            </a:r>
          </a:p>
          <a:p>
            <a:pPr marL="0" indent="0">
              <a:buNone/>
            </a:pPr>
            <a:r>
              <a:rPr lang="en-US" dirty="0"/>
              <a:t>✔ Provide a simple and interactive ATM menu.</a:t>
            </a:r>
          </a:p>
          <a:p>
            <a:pPr marL="0" indent="0">
              <a:buNone/>
            </a:pPr>
            <a:r>
              <a:rPr lang="en-US" dirty="0"/>
              <a:t>✔ Allow users to perform basic banking transactions.</a:t>
            </a:r>
          </a:p>
          <a:p>
            <a:pPr marL="0" indent="0">
              <a:buNone/>
            </a:pPr>
            <a:r>
              <a:rPr lang="en-US" dirty="0"/>
              <a:t>✔ Ensure validations for deposits and withdrawals.</a:t>
            </a:r>
          </a:p>
          <a:p>
            <a:pPr marL="0" indent="0">
              <a:buNone/>
            </a:pPr>
            <a:r>
              <a:rPr lang="en-US" dirty="0"/>
              <a:t>✔ Improve user experience with error handling and security measures.</a:t>
            </a:r>
          </a:p>
        </p:txBody>
      </p:sp>
    </p:spTree>
    <p:extLst>
      <p:ext uri="{BB962C8B-B14F-4D97-AF65-F5344CB8AC3E}">
        <p14:creationId xmlns:p14="http://schemas.microsoft.com/office/powerpoint/2010/main" val="41966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05482"/>
          </a:xfrm>
        </p:spPr>
        <p:txBody>
          <a:bodyPr/>
          <a:lstStyle/>
          <a:p>
            <a:r>
              <a:rPr lang="en-US" dirty="0"/>
              <a:t>Source code</a:t>
            </a:r>
          </a:p>
        </p:txBody>
      </p:sp>
      <p:sp>
        <p:nvSpPr>
          <p:cNvPr id="3" name="Content Placeholder 2"/>
          <p:cNvSpPr>
            <a:spLocks noGrp="1"/>
          </p:cNvSpPr>
          <p:nvPr>
            <p:ph idx="1"/>
          </p:nvPr>
        </p:nvSpPr>
        <p:spPr>
          <a:xfrm>
            <a:off x="1312100" y="1282700"/>
            <a:ext cx="4247451" cy="5227827"/>
          </a:xfrm>
        </p:spPr>
        <p:txBody>
          <a:bodyPr>
            <a:normAutofit fontScale="70000" lnSpcReduction="20000"/>
          </a:bodyPr>
          <a:lstStyle/>
          <a:p>
            <a:pPr marL="0" indent="0">
              <a:buNone/>
            </a:pPr>
            <a:r>
              <a:rPr lang="en-US" dirty="0"/>
              <a:t>#include &lt;</a:t>
            </a:r>
            <a:r>
              <a:rPr lang="en-US" dirty="0" err="1"/>
              <a:t>stdio.h</a:t>
            </a:r>
            <a:r>
              <a:rPr lang="en-US" dirty="0"/>
              <a:t>&gt;</a:t>
            </a:r>
          </a:p>
          <a:p>
            <a:pPr marL="0" indent="0">
              <a:buNone/>
            </a:pPr>
            <a:r>
              <a:rPr lang="en-US" dirty="0"/>
              <a:t>void </a:t>
            </a:r>
            <a:r>
              <a:rPr lang="en-US" dirty="0" err="1"/>
              <a:t>checkBalance</a:t>
            </a:r>
            <a:r>
              <a:rPr lang="en-US" dirty="0"/>
              <a:t>(float balance);</a:t>
            </a:r>
          </a:p>
          <a:p>
            <a:pPr marL="0" indent="0">
              <a:buNone/>
            </a:pPr>
            <a:r>
              <a:rPr lang="en-US" dirty="0"/>
              <a:t>float </a:t>
            </a:r>
            <a:r>
              <a:rPr lang="en-US" dirty="0" err="1"/>
              <a:t>depositMoney</a:t>
            </a:r>
            <a:r>
              <a:rPr lang="en-US" dirty="0"/>
              <a:t>(float balance);</a:t>
            </a:r>
          </a:p>
          <a:p>
            <a:pPr marL="0" indent="0">
              <a:buNone/>
            </a:pPr>
            <a:r>
              <a:rPr lang="en-US" dirty="0"/>
              <a:t>float </a:t>
            </a:r>
            <a:r>
              <a:rPr lang="en-US" dirty="0" err="1"/>
              <a:t>withdrawMoney</a:t>
            </a:r>
            <a:r>
              <a:rPr lang="en-US" dirty="0"/>
              <a:t>(float balance);</a:t>
            </a:r>
          </a:p>
          <a:p>
            <a:pPr marL="0" indent="0">
              <a:buNone/>
            </a:pPr>
            <a:r>
              <a:rPr lang="en-US" dirty="0" err="1"/>
              <a:t>int</a:t>
            </a:r>
            <a:r>
              <a:rPr lang="en-US" dirty="0"/>
              <a:t> </a:t>
            </a:r>
            <a:r>
              <a:rPr lang="en-US" dirty="0" err="1"/>
              <a:t>authenticateUser</a:t>
            </a:r>
            <a:r>
              <a:rPr lang="en-US" dirty="0"/>
              <a:t>();</a:t>
            </a:r>
          </a:p>
          <a:p>
            <a:pPr marL="0" indent="0">
              <a:buNone/>
            </a:pPr>
            <a:r>
              <a:rPr lang="en-US" dirty="0" err="1"/>
              <a:t>int</a:t>
            </a:r>
            <a:r>
              <a:rPr lang="en-US" dirty="0"/>
              <a:t> main() </a:t>
            </a:r>
          </a:p>
          <a:p>
            <a:pPr marL="0" indent="0">
              <a:buNone/>
            </a:pPr>
            <a:r>
              <a:rPr lang="en-US" dirty="0"/>
              <a:t>{    float balance = 1000.0;</a:t>
            </a:r>
          </a:p>
          <a:p>
            <a:pPr marL="0" indent="0">
              <a:buNone/>
            </a:pPr>
            <a:r>
              <a:rPr lang="en-US" dirty="0"/>
              <a:t> </a:t>
            </a:r>
            <a:r>
              <a:rPr lang="en-US" dirty="0" err="1"/>
              <a:t>int</a:t>
            </a:r>
            <a:r>
              <a:rPr lang="en-US" dirty="0"/>
              <a:t> choice; </a:t>
            </a:r>
          </a:p>
          <a:p>
            <a:pPr marL="0" indent="0">
              <a:buNone/>
            </a:pPr>
            <a:r>
              <a:rPr lang="en-US" dirty="0"/>
              <a:t>if (!</a:t>
            </a:r>
            <a:r>
              <a:rPr lang="en-US" dirty="0" err="1"/>
              <a:t>authenticateUser</a:t>
            </a:r>
            <a:r>
              <a:rPr lang="en-US" dirty="0"/>
              <a:t>()) </a:t>
            </a:r>
          </a:p>
          <a:p>
            <a:pPr marL="0" indent="0">
              <a:buNone/>
            </a:pPr>
            <a:r>
              <a:rPr lang="en-US" dirty="0"/>
              <a:t>{        </a:t>
            </a:r>
            <a:r>
              <a:rPr lang="en-US" dirty="0" err="1"/>
              <a:t>printf</a:t>
            </a:r>
            <a:r>
              <a:rPr lang="en-US" dirty="0"/>
              <a:t>("\</a:t>
            </a:r>
            <a:r>
              <a:rPr lang="en-US" dirty="0" err="1"/>
              <a:t>nToo</a:t>
            </a:r>
            <a:r>
              <a:rPr lang="en-US" dirty="0"/>
              <a:t> many failed attempts. Exiting ATM.\n"); </a:t>
            </a:r>
          </a:p>
          <a:p>
            <a:pPr marL="0" indent="0">
              <a:buNone/>
            </a:pPr>
            <a:r>
              <a:rPr lang="en-US" dirty="0"/>
              <a:t>       return 1;  </a:t>
            </a:r>
          </a:p>
          <a:p>
            <a:pPr marL="0" indent="0">
              <a:buNone/>
            </a:pPr>
            <a:r>
              <a:rPr lang="en-US" dirty="0"/>
              <a:t>  }</a:t>
            </a:r>
          </a:p>
        </p:txBody>
      </p:sp>
      <p:sp>
        <p:nvSpPr>
          <p:cNvPr id="4" name="Rectangle 3"/>
          <p:cNvSpPr/>
          <p:nvPr/>
        </p:nvSpPr>
        <p:spPr>
          <a:xfrm>
            <a:off x="6397398" y="1071259"/>
            <a:ext cx="5013962" cy="8125301"/>
          </a:xfrm>
          <a:prstGeom prst="rect">
            <a:avLst/>
          </a:prstGeom>
        </p:spPr>
        <p:txBody>
          <a:bodyPr wrap="square">
            <a:spAutoFit/>
          </a:bodyPr>
          <a:lstStyle/>
          <a:p>
            <a:r>
              <a:rPr lang="en-US" dirty="0"/>
              <a:t> </a:t>
            </a:r>
            <a:r>
              <a:rPr lang="en-US" dirty="0" err="1"/>
              <a:t>printf</a:t>
            </a:r>
            <a:r>
              <a:rPr lang="en-US" dirty="0"/>
              <a:t>("\</a:t>
            </a:r>
            <a:r>
              <a:rPr lang="en-US" dirty="0" err="1"/>
              <a:t>nWelcome</a:t>
            </a:r>
            <a:r>
              <a:rPr lang="en-US" dirty="0"/>
              <a:t> to the ATM Simulator!\n"); </a:t>
            </a:r>
          </a:p>
          <a:p>
            <a:r>
              <a:rPr lang="en-US" dirty="0"/>
              <a:t>   do {</a:t>
            </a:r>
          </a:p>
          <a:p>
            <a:r>
              <a:rPr lang="en-US" dirty="0" err="1"/>
              <a:t>printf</a:t>
            </a:r>
            <a:r>
              <a:rPr lang="en-US" dirty="0"/>
              <a:t>("\n======= ATM Menu =======\n");            </a:t>
            </a:r>
            <a:r>
              <a:rPr lang="en-US" dirty="0" err="1"/>
              <a:t>printf</a:t>
            </a:r>
            <a:r>
              <a:rPr lang="en-US" dirty="0"/>
              <a:t>("1. Check Balance\n");   </a:t>
            </a:r>
          </a:p>
          <a:p>
            <a:r>
              <a:rPr lang="en-US" dirty="0" err="1"/>
              <a:t>printf</a:t>
            </a:r>
            <a:r>
              <a:rPr lang="en-US" dirty="0"/>
              <a:t>("2. Deposit Money\n");       </a:t>
            </a:r>
          </a:p>
          <a:p>
            <a:r>
              <a:rPr lang="en-US" dirty="0" err="1"/>
              <a:t>printf</a:t>
            </a:r>
            <a:r>
              <a:rPr lang="en-US" dirty="0"/>
              <a:t>("3. Withdraw Money\n");       </a:t>
            </a:r>
          </a:p>
          <a:p>
            <a:r>
              <a:rPr lang="en-US" dirty="0" err="1"/>
              <a:t>printf</a:t>
            </a:r>
            <a:r>
              <a:rPr lang="en-US" dirty="0"/>
              <a:t>("4. Exit\n");       </a:t>
            </a:r>
          </a:p>
          <a:p>
            <a:r>
              <a:rPr lang="en-US" dirty="0" err="1"/>
              <a:t>printf</a:t>
            </a:r>
            <a:r>
              <a:rPr lang="en-US" dirty="0"/>
              <a:t>("Enter your choice: ");        </a:t>
            </a:r>
          </a:p>
          <a:p>
            <a:r>
              <a:rPr lang="en-US" dirty="0" err="1"/>
              <a:t>scanf</a:t>
            </a:r>
            <a:r>
              <a:rPr lang="en-US" dirty="0"/>
              <a:t>("%d", &amp;choice      </a:t>
            </a:r>
          </a:p>
          <a:p>
            <a:r>
              <a:rPr lang="en-US" dirty="0"/>
              <a:t> switch (choice) {            </a:t>
            </a:r>
          </a:p>
          <a:p>
            <a:r>
              <a:rPr lang="en-US" dirty="0"/>
              <a:t>case 1:               </a:t>
            </a:r>
          </a:p>
          <a:p>
            <a:r>
              <a:rPr lang="en-US" dirty="0"/>
              <a:t> </a:t>
            </a:r>
            <a:r>
              <a:rPr lang="en-US" dirty="0" err="1"/>
              <a:t>checkBalance</a:t>
            </a:r>
            <a:r>
              <a:rPr lang="en-US" dirty="0"/>
              <a:t>(balance);               </a:t>
            </a:r>
          </a:p>
          <a:p>
            <a:r>
              <a:rPr lang="en-US" dirty="0"/>
              <a:t> break;            </a:t>
            </a:r>
          </a:p>
          <a:p>
            <a:r>
              <a:rPr lang="en-US" dirty="0"/>
              <a:t>case 2:                </a:t>
            </a:r>
          </a:p>
          <a:p>
            <a:r>
              <a:rPr lang="en-US" dirty="0"/>
              <a:t>balance = </a:t>
            </a:r>
            <a:r>
              <a:rPr lang="en-US" dirty="0" err="1"/>
              <a:t>depositMoney</a:t>
            </a:r>
            <a:r>
              <a:rPr lang="en-US" dirty="0"/>
              <a:t>(balance);                </a:t>
            </a:r>
          </a:p>
          <a:p>
            <a:r>
              <a:rPr lang="en-US" dirty="0"/>
              <a:t>break;           </a:t>
            </a:r>
          </a:p>
          <a:p>
            <a:r>
              <a:rPr lang="en-US" dirty="0"/>
              <a:t> case 3:                </a:t>
            </a:r>
          </a:p>
          <a:p>
            <a:r>
              <a:rPr lang="en-US" dirty="0"/>
              <a:t>balance = </a:t>
            </a:r>
            <a:r>
              <a:rPr lang="en-US" dirty="0" err="1"/>
              <a:t>withdrawMoney</a:t>
            </a:r>
            <a:r>
              <a:rPr lang="en-US" dirty="0"/>
              <a:t>(balance);                break;            </a:t>
            </a:r>
          </a:p>
          <a:p>
            <a:r>
              <a:rPr lang="en-US" dirty="0"/>
              <a:t>case 4:               </a:t>
            </a:r>
          </a:p>
          <a:p>
            <a:r>
              <a:rPr lang="en-US" dirty="0"/>
              <a:t> </a:t>
            </a:r>
            <a:r>
              <a:rPr lang="en-US" dirty="0" err="1"/>
              <a:t>printf</a:t>
            </a:r>
            <a:r>
              <a:rPr lang="en-US" dirty="0"/>
              <a:t>("\</a:t>
            </a:r>
            <a:r>
              <a:rPr lang="en-US" dirty="0" err="1"/>
              <a:t>nThank</a:t>
            </a:r>
            <a:r>
              <a:rPr lang="en-US" dirty="0"/>
              <a:t> you for using the ATM. Goodbye!\n");               </a:t>
            </a:r>
          </a:p>
          <a:p>
            <a:r>
              <a:rPr lang="en-US" dirty="0"/>
              <a:t> break;            </a:t>
            </a:r>
          </a:p>
          <a:p>
            <a:r>
              <a:rPr lang="en-US" dirty="0"/>
              <a:t>default:                </a:t>
            </a:r>
          </a:p>
          <a:p>
            <a:r>
              <a:rPr lang="en-US" dirty="0" err="1"/>
              <a:t>printf</a:t>
            </a:r>
            <a:r>
              <a:rPr lang="en-US" dirty="0"/>
              <a:t>("\</a:t>
            </a:r>
            <a:r>
              <a:rPr lang="en-US" dirty="0" err="1"/>
              <a:t>nInvalid</a:t>
            </a:r>
            <a:r>
              <a:rPr lang="en-US" dirty="0"/>
              <a:t> choice! Please select a valid option.\n");        }    } </a:t>
            </a:r>
          </a:p>
          <a:p>
            <a:r>
              <a:rPr lang="en-US" dirty="0"/>
              <a:t>while (choice != 4);    </a:t>
            </a:r>
          </a:p>
          <a:p>
            <a:r>
              <a:rPr lang="en-US" dirty="0"/>
              <a:t>return 0;</a:t>
            </a:r>
          </a:p>
          <a:p>
            <a:r>
              <a:rPr lang="en-US" dirty="0"/>
              <a:t>}</a:t>
            </a:r>
          </a:p>
        </p:txBody>
      </p:sp>
    </p:spTree>
    <p:extLst>
      <p:ext uri="{BB962C8B-B14F-4D97-AF65-F5344CB8AC3E}">
        <p14:creationId xmlns:p14="http://schemas.microsoft.com/office/powerpoint/2010/main" val="1054664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141413" y="444500"/>
            <a:ext cx="9905998" cy="174018"/>
          </a:xfrm>
        </p:spPr>
        <p:txBody>
          <a:bodyPr>
            <a:normAutofit fontScale="90000"/>
          </a:bodyPr>
          <a:lstStyle/>
          <a:p>
            <a:endParaRPr lang="en-US" dirty="0"/>
          </a:p>
        </p:txBody>
      </p:sp>
      <p:sp>
        <p:nvSpPr>
          <p:cNvPr id="3" name="Content Placeholder 2"/>
          <p:cNvSpPr>
            <a:spLocks noGrp="1"/>
          </p:cNvSpPr>
          <p:nvPr>
            <p:ph idx="1"/>
          </p:nvPr>
        </p:nvSpPr>
        <p:spPr>
          <a:xfrm>
            <a:off x="1141413" y="927100"/>
            <a:ext cx="5399088" cy="5829300"/>
          </a:xfrm>
        </p:spPr>
        <p:txBody>
          <a:bodyPr>
            <a:normAutofit fontScale="55000" lnSpcReduction="20000"/>
          </a:bodyPr>
          <a:lstStyle/>
          <a:p>
            <a:pPr marL="0" indent="0">
              <a:buNone/>
            </a:pPr>
            <a:r>
              <a:rPr lang="en-US" dirty="0" err="1"/>
              <a:t>int</a:t>
            </a:r>
            <a:r>
              <a:rPr lang="en-US" dirty="0"/>
              <a:t> </a:t>
            </a:r>
            <a:r>
              <a:rPr lang="en-US" dirty="0" err="1"/>
              <a:t>authenticateUser</a:t>
            </a:r>
            <a:r>
              <a:rPr lang="en-US" dirty="0"/>
              <a:t>() {   </a:t>
            </a:r>
          </a:p>
          <a:p>
            <a:pPr marL="0" indent="0">
              <a:buNone/>
            </a:pPr>
            <a:r>
              <a:rPr lang="en-US" dirty="0"/>
              <a:t> </a:t>
            </a:r>
            <a:r>
              <a:rPr lang="en-US" dirty="0" err="1"/>
              <a:t>int</a:t>
            </a:r>
            <a:r>
              <a:rPr lang="en-US" dirty="0"/>
              <a:t> </a:t>
            </a:r>
            <a:r>
              <a:rPr lang="en-US" dirty="0" err="1"/>
              <a:t>correctPIN</a:t>
            </a:r>
            <a:r>
              <a:rPr lang="en-US" dirty="0"/>
              <a:t> = 1234;</a:t>
            </a:r>
          </a:p>
          <a:p>
            <a:pPr marL="0" indent="0">
              <a:buNone/>
            </a:pPr>
            <a:r>
              <a:rPr lang="en-US" dirty="0" err="1"/>
              <a:t>int</a:t>
            </a:r>
            <a:r>
              <a:rPr lang="en-US" dirty="0"/>
              <a:t> </a:t>
            </a:r>
            <a:r>
              <a:rPr lang="en-US" dirty="0" err="1"/>
              <a:t>userPIN</a:t>
            </a:r>
            <a:r>
              <a:rPr lang="en-US" dirty="0"/>
              <a:t>;</a:t>
            </a:r>
          </a:p>
          <a:p>
            <a:pPr marL="0" indent="0">
              <a:buNone/>
            </a:pPr>
            <a:r>
              <a:rPr lang="en-US" dirty="0"/>
              <a:t> attempts = 0;   </a:t>
            </a:r>
          </a:p>
          <a:p>
            <a:pPr marL="0" indent="0">
              <a:buNone/>
            </a:pPr>
            <a:r>
              <a:rPr lang="en-US" dirty="0"/>
              <a:t> </a:t>
            </a:r>
            <a:r>
              <a:rPr lang="en-US" dirty="0" err="1"/>
              <a:t>int</a:t>
            </a:r>
            <a:r>
              <a:rPr lang="en-US" dirty="0"/>
              <a:t> </a:t>
            </a:r>
            <a:r>
              <a:rPr lang="en-US" dirty="0" err="1"/>
              <a:t>maxAttempts</a:t>
            </a:r>
            <a:r>
              <a:rPr lang="en-US" dirty="0"/>
              <a:t> = 3</a:t>
            </a:r>
          </a:p>
          <a:p>
            <a:pPr marL="0" indent="0">
              <a:buNone/>
            </a:pPr>
            <a:r>
              <a:rPr lang="en-US" dirty="0" err="1"/>
              <a:t>printf</a:t>
            </a:r>
            <a:r>
              <a:rPr lang="en-US" dirty="0"/>
              <a:t>("\</a:t>
            </a:r>
            <a:r>
              <a:rPr lang="en-US" dirty="0" err="1"/>
              <a:t>nEnter</a:t>
            </a:r>
            <a:r>
              <a:rPr lang="en-US" dirty="0"/>
              <a:t> your 4-digit PIN: ");    </a:t>
            </a:r>
          </a:p>
          <a:p>
            <a:pPr marL="0" indent="0">
              <a:buNone/>
            </a:pPr>
            <a:r>
              <a:rPr lang="en-US" dirty="0"/>
              <a:t>while (attempts &lt; </a:t>
            </a:r>
            <a:r>
              <a:rPr lang="en-US" dirty="0" err="1"/>
              <a:t>maxAttempts</a:t>
            </a:r>
            <a:r>
              <a:rPr lang="en-US" dirty="0"/>
              <a:t>) {       </a:t>
            </a:r>
          </a:p>
          <a:p>
            <a:pPr marL="0" indent="0">
              <a:buNone/>
            </a:pPr>
            <a:r>
              <a:rPr lang="en-US" dirty="0"/>
              <a:t> </a:t>
            </a:r>
            <a:r>
              <a:rPr lang="en-US" dirty="0" err="1"/>
              <a:t>scanf</a:t>
            </a:r>
            <a:r>
              <a:rPr lang="en-US" dirty="0"/>
              <a:t>("%d", &amp;</a:t>
            </a:r>
            <a:r>
              <a:rPr lang="en-US" dirty="0" err="1"/>
              <a:t>userPIN</a:t>
            </a:r>
            <a:r>
              <a:rPr lang="en-US" dirty="0"/>
              <a:t>);       </a:t>
            </a:r>
          </a:p>
          <a:p>
            <a:pPr marL="0" indent="0">
              <a:buNone/>
            </a:pPr>
            <a:r>
              <a:rPr lang="en-US" dirty="0"/>
              <a:t> if (</a:t>
            </a:r>
            <a:r>
              <a:rPr lang="en-US" dirty="0" err="1"/>
              <a:t>userPIN</a:t>
            </a:r>
            <a:r>
              <a:rPr lang="en-US" dirty="0"/>
              <a:t> == </a:t>
            </a:r>
            <a:r>
              <a:rPr lang="en-US" dirty="0" err="1"/>
              <a:t>correctPIN</a:t>
            </a:r>
            <a:r>
              <a:rPr lang="en-US" dirty="0"/>
              <a:t>)</a:t>
            </a:r>
          </a:p>
          <a:p>
            <a:pPr marL="0" indent="0">
              <a:buNone/>
            </a:pPr>
            <a:r>
              <a:rPr lang="en-US" dirty="0"/>
              <a:t> {            </a:t>
            </a:r>
            <a:r>
              <a:rPr lang="en-US" dirty="0" err="1"/>
              <a:t>printf</a:t>
            </a:r>
            <a:r>
              <a:rPr lang="en-US" dirty="0"/>
              <a:t>("\</a:t>
            </a:r>
            <a:r>
              <a:rPr lang="en-US" dirty="0" err="1"/>
              <a:t>nPIN</a:t>
            </a:r>
            <a:r>
              <a:rPr lang="en-US" dirty="0"/>
              <a:t> authentication successful!\n");            </a:t>
            </a:r>
          </a:p>
          <a:p>
            <a:pPr marL="0" indent="0">
              <a:buNone/>
            </a:pPr>
            <a:r>
              <a:rPr lang="en-US" dirty="0"/>
              <a:t>return 1;         } </a:t>
            </a:r>
          </a:p>
          <a:p>
            <a:pPr marL="0" indent="0">
              <a:buNone/>
            </a:pPr>
            <a:r>
              <a:rPr lang="en-US" dirty="0"/>
              <a:t>else {           </a:t>
            </a:r>
          </a:p>
          <a:p>
            <a:pPr marL="0" indent="0">
              <a:buNone/>
            </a:pPr>
            <a:r>
              <a:rPr lang="en-US" dirty="0"/>
              <a:t> attempts++;            </a:t>
            </a:r>
          </a:p>
          <a:p>
            <a:pPr marL="0" indent="0">
              <a:buNone/>
            </a:pPr>
            <a:r>
              <a:rPr lang="en-US" dirty="0"/>
              <a:t>if (attempts &lt; </a:t>
            </a:r>
            <a:r>
              <a:rPr lang="en-US" dirty="0" err="1"/>
              <a:t>maxAttempts</a:t>
            </a:r>
            <a:r>
              <a:rPr lang="en-US" dirty="0"/>
              <a:t>) {                </a:t>
            </a:r>
          </a:p>
          <a:p>
            <a:pPr marL="0" indent="0">
              <a:buNone/>
            </a:pPr>
            <a:r>
              <a:rPr lang="en-US" dirty="0" err="1"/>
              <a:t>printf</a:t>
            </a:r>
            <a:r>
              <a:rPr lang="en-US" dirty="0"/>
              <a:t>("Incorrect PIN! Try again (%d attempts left): </a:t>
            </a:r>
          </a:p>
          <a:p>
            <a:pPr marL="0" indent="0">
              <a:buNone/>
            </a:pPr>
            <a:r>
              <a:rPr lang="en-US" dirty="0"/>
              <a:t>", </a:t>
            </a:r>
            <a:r>
              <a:rPr lang="en-US" dirty="0" err="1"/>
              <a:t>maxAttempts</a:t>
            </a:r>
            <a:r>
              <a:rPr lang="en-US" dirty="0"/>
              <a:t> - attempts);            }        }    }    </a:t>
            </a:r>
          </a:p>
          <a:p>
            <a:pPr marL="0" indent="0">
              <a:buNone/>
            </a:pPr>
            <a:r>
              <a:rPr lang="en-US" dirty="0"/>
              <a:t>return 0 </a:t>
            </a:r>
            <a:r>
              <a:rPr lang="en-US" dirty="0" err="1"/>
              <a:t>balancevoid</a:t>
            </a:r>
            <a:r>
              <a:rPr lang="en-US" dirty="0"/>
              <a:t> </a:t>
            </a:r>
            <a:r>
              <a:rPr lang="en-US" dirty="0" err="1"/>
              <a:t>checkBalance</a:t>
            </a:r>
            <a:r>
              <a:rPr lang="en-US" dirty="0"/>
              <a:t>(float balance) { </a:t>
            </a:r>
          </a:p>
          <a:p>
            <a:pPr marL="0" indent="0">
              <a:buNone/>
            </a:pPr>
            <a:r>
              <a:rPr lang="en-US" dirty="0"/>
              <a:t>   </a:t>
            </a:r>
            <a:r>
              <a:rPr lang="en-US" dirty="0" err="1"/>
              <a:t>printf</a:t>
            </a:r>
            <a:r>
              <a:rPr lang="en-US" dirty="0"/>
              <a:t>("\</a:t>
            </a:r>
            <a:r>
              <a:rPr lang="en-US" dirty="0" err="1"/>
              <a:t>nYour</a:t>
            </a:r>
            <a:r>
              <a:rPr lang="en-US" dirty="0"/>
              <a:t> current balance is: $%.2f\n", balance);}</a:t>
            </a:r>
          </a:p>
          <a:p>
            <a:pPr marL="0" indent="0">
              <a:buNone/>
            </a:pPr>
            <a:endParaRPr lang="en-US" dirty="0"/>
          </a:p>
        </p:txBody>
      </p:sp>
      <p:sp>
        <p:nvSpPr>
          <p:cNvPr id="4" name="Rectangle 3"/>
          <p:cNvSpPr/>
          <p:nvPr/>
        </p:nvSpPr>
        <p:spPr>
          <a:xfrm>
            <a:off x="7300911" y="618518"/>
            <a:ext cx="3975100" cy="7571303"/>
          </a:xfrm>
          <a:prstGeom prst="rect">
            <a:avLst/>
          </a:prstGeom>
        </p:spPr>
        <p:txBody>
          <a:bodyPr wrap="square">
            <a:spAutoFit/>
          </a:bodyPr>
          <a:lstStyle/>
          <a:p>
            <a:r>
              <a:rPr lang="en-US" dirty="0"/>
              <a:t>float </a:t>
            </a:r>
            <a:r>
              <a:rPr lang="en-US" dirty="0" err="1"/>
              <a:t>depositMoney</a:t>
            </a:r>
            <a:r>
              <a:rPr lang="en-US" dirty="0"/>
              <a:t>(float balance) {    float amount;    </a:t>
            </a:r>
          </a:p>
          <a:p>
            <a:r>
              <a:rPr lang="en-US" dirty="0" err="1"/>
              <a:t>printf</a:t>
            </a:r>
            <a:r>
              <a:rPr lang="en-US" dirty="0"/>
              <a:t>("\</a:t>
            </a:r>
            <a:r>
              <a:rPr lang="en-US" dirty="0" err="1"/>
              <a:t>nEnter</a:t>
            </a:r>
            <a:r>
              <a:rPr lang="en-US" dirty="0"/>
              <a:t> the amount to deposit: $");    </a:t>
            </a:r>
            <a:r>
              <a:rPr lang="en-US" dirty="0" err="1"/>
              <a:t>scanf</a:t>
            </a:r>
            <a:r>
              <a:rPr lang="en-US" dirty="0"/>
              <a:t>("%f", &amp;amount);   </a:t>
            </a:r>
          </a:p>
          <a:p>
            <a:r>
              <a:rPr lang="en-US" dirty="0"/>
              <a:t> if (amount &gt; 0) {      </a:t>
            </a:r>
          </a:p>
          <a:p>
            <a:r>
              <a:rPr lang="en-US" dirty="0"/>
              <a:t> balance += amount;       </a:t>
            </a:r>
          </a:p>
          <a:p>
            <a:r>
              <a:rPr lang="en-US" dirty="0"/>
              <a:t> </a:t>
            </a:r>
            <a:r>
              <a:rPr lang="en-US" dirty="0" err="1"/>
              <a:t>printf</a:t>
            </a:r>
            <a:r>
              <a:rPr lang="en-US" dirty="0"/>
              <a:t>("Deposit successful! New balance: $%.2f\n", balance);    } else {        </a:t>
            </a:r>
            <a:r>
              <a:rPr lang="en-US" dirty="0" err="1"/>
              <a:t>printf</a:t>
            </a:r>
            <a:r>
              <a:rPr lang="en-US" dirty="0"/>
              <a:t>("Invalid amount! Deposit failed.\n");    }    </a:t>
            </a:r>
          </a:p>
          <a:p>
            <a:r>
              <a:rPr lang="en-US" dirty="0"/>
              <a:t>return balance</a:t>
            </a:r>
          </a:p>
          <a:p>
            <a:r>
              <a:rPr lang="en-US" dirty="0"/>
              <a:t>float </a:t>
            </a:r>
            <a:r>
              <a:rPr lang="en-US" dirty="0" err="1"/>
              <a:t>withdrawMoney</a:t>
            </a:r>
            <a:r>
              <a:rPr lang="en-US" dirty="0"/>
              <a:t>(float balance) {    float amount;    </a:t>
            </a:r>
          </a:p>
          <a:p>
            <a:r>
              <a:rPr lang="en-US" dirty="0" err="1"/>
              <a:t>printf</a:t>
            </a:r>
            <a:r>
              <a:rPr lang="en-US" dirty="0"/>
              <a:t>("\</a:t>
            </a:r>
            <a:r>
              <a:rPr lang="en-US" dirty="0" err="1"/>
              <a:t>nEnter</a:t>
            </a:r>
            <a:r>
              <a:rPr lang="en-US" dirty="0"/>
              <a:t> the amount to withdraw: $");    </a:t>
            </a:r>
          </a:p>
          <a:p>
            <a:r>
              <a:rPr lang="en-US" dirty="0" err="1"/>
              <a:t>scanf</a:t>
            </a:r>
            <a:r>
              <a:rPr lang="en-US" dirty="0"/>
              <a:t>("%f", &amp;amount);   </a:t>
            </a:r>
          </a:p>
          <a:p>
            <a:r>
              <a:rPr lang="en-US" dirty="0"/>
              <a:t> if (amount &gt; 0 &amp;&amp; amount &lt;= balance) {        balance -= amount;        </a:t>
            </a:r>
            <a:r>
              <a:rPr lang="en-US" dirty="0" err="1"/>
              <a:t>printf</a:t>
            </a:r>
            <a:r>
              <a:rPr lang="en-US" dirty="0"/>
              <a:t>("Withdrawal successful! Remaining balance: $%.2f\n", balance);    } </a:t>
            </a:r>
          </a:p>
          <a:p>
            <a:r>
              <a:rPr lang="en-US" dirty="0"/>
              <a:t>else if (amount &gt; balance) </a:t>
            </a:r>
          </a:p>
          <a:p>
            <a:r>
              <a:rPr lang="en-US" dirty="0"/>
              <a:t>{        </a:t>
            </a:r>
            <a:r>
              <a:rPr lang="en-US" dirty="0" err="1"/>
              <a:t>printf</a:t>
            </a:r>
            <a:r>
              <a:rPr lang="en-US" dirty="0"/>
              <a:t>("Insufficient balance! Withdrawal failed.\n");    } </a:t>
            </a:r>
          </a:p>
          <a:p>
            <a:r>
              <a:rPr lang="en-US" dirty="0"/>
              <a:t>else {        </a:t>
            </a:r>
            <a:r>
              <a:rPr lang="en-US" dirty="0" err="1"/>
              <a:t>printf</a:t>
            </a:r>
            <a:r>
              <a:rPr lang="en-US" dirty="0"/>
              <a:t>("Invalid amount! Withdrawal failed.\n");    } </a:t>
            </a:r>
          </a:p>
          <a:p>
            <a:r>
              <a:rPr lang="en-US" dirty="0"/>
              <a:t>  return balance;}</a:t>
            </a:r>
          </a:p>
        </p:txBody>
      </p:sp>
    </p:spTree>
    <p:extLst>
      <p:ext uri="{BB962C8B-B14F-4D97-AF65-F5344CB8AC3E}">
        <p14:creationId xmlns:p14="http://schemas.microsoft.com/office/powerpoint/2010/main" val="790959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Output</a:t>
            </a:r>
          </a:p>
        </p:txBody>
      </p:sp>
      <p:sp>
        <p:nvSpPr>
          <p:cNvPr id="3" name="Content Placeholder 2"/>
          <p:cNvSpPr>
            <a:spLocks noGrp="1"/>
          </p:cNvSpPr>
          <p:nvPr>
            <p:ph idx="1"/>
          </p:nvPr>
        </p:nvSpPr>
        <p:spPr>
          <a:xfrm>
            <a:off x="1141412" y="2097088"/>
            <a:ext cx="9905999" cy="4151311"/>
          </a:xfrm>
        </p:spPr>
        <p:txBody>
          <a:bodyPr>
            <a:normAutofit fontScale="77500" lnSpcReduction="20000"/>
          </a:bodyPr>
          <a:lstStyle/>
          <a:p>
            <a:pPr marL="0" indent="0">
              <a:buNone/>
            </a:pPr>
            <a:r>
              <a:rPr lang="en-US" dirty="0"/>
              <a:t>Enter your 4-digit </a:t>
            </a:r>
          </a:p>
          <a:p>
            <a:pPr marL="0" indent="0">
              <a:buNone/>
            </a:pPr>
            <a:r>
              <a:rPr lang="en-US" dirty="0"/>
              <a:t>PIN: 1234</a:t>
            </a:r>
          </a:p>
          <a:p>
            <a:pPr marL="0" indent="0">
              <a:buNone/>
            </a:pPr>
            <a:r>
              <a:rPr lang="en-US" dirty="0"/>
              <a:t>PIN authentication successful!</a:t>
            </a:r>
          </a:p>
          <a:p>
            <a:pPr marL="0" indent="0">
              <a:buNone/>
            </a:pPr>
            <a:r>
              <a:rPr lang="en-US" dirty="0"/>
              <a:t>Welcome to the ATM Simulator!======= ATM Menu =======</a:t>
            </a:r>
          </a:p>
          <a:p>
            <a:pPr marL="0" indent="0">
              <a:buNone/>
            </a:pPr>
            <a:r>
              <a:rPr lang="en-US" dirty="0"/>
              <a:t>1.Check Balance</a:t>
            </a:r>
          </a:p>
          <a:p>
            <a:pPr marL="0" indent="0">
              <a:buNone/>
            </a:pPr>
            <a:r>
              <a:rPr lang="en-US" dirty="0"/>
              <a:t>2. Deposit Money</a:t>
            </a:r>
          </a:p>
          <a:p>
            <a:pPr marL="0" indent="0">
              <a:buNone/>
            </a:pPr>
            <a:r>
              <a:rPr lang="en-US" dirty="0"/>
              <a:t>3. Withdraw Money</a:t>
            </a:r>
          </a:p>
          <a:p>
            <a:pPr marL="0" indent="0">
              <a:buNone/>
            </a:pPr>
            <a:r>
              <a:rPr lang="en-US" dirty="0"/>
              <a:t>4. Exit</a:t>
            </a:r>
          </a:p>
          <a:p>
            <a:pPr marL="0" indent="0">
              <a:buNone/>
            </a:pPr>
            <a:r>
              <a:rPr lang="en-US" dirty="0"/>
              <a:t>Enter your choice: 1</a:t>
            </a:r>
          </a:p>
          <a:p>
            <a:pPr marL="0" indent="0">
              <a:buNone/>
            </a:pPr>
            <a:r>
              <a:rPr lang="en-US" dirty="0"/>
              <a:t>Your current balance is: $1000.00---</a:t>
            </a:r>
          </a:p>
        </p:txBody>
      </p:sp>
      <p:pic>
        <p:nvPicPr>
          <p:cNvPr id="4" name="Picture 3"/>
          <p:cNvPicPr>
            <a:picLocks noChangeAspect="1"/>
          </p:cNvPicPr>
          <p:nvPr/>
        </p:nvPicPr>
        <p:blipFill>
          <a:blip r:embed="rId2"/>
          <a:stretch>
            <a:fillRect/>
          </a:stretch>
        </p:blipFill>
        <p:spPr>
          <a:xfrm>
            <a:off x="8131175" y="1663700"/>
            <a:ext cx="2762250" cy="4076699"/>
          </a:xfrm>
          <a:prstGeom prst="rect">
            <a:avLst/>
          </a:prstGeom>
        </p:spPr>
      </p:pic>
    </p:spTree>
    <p:extLst>
      <p:ext uri="{BB962C8B-B14F-4D97-AF65-F5344CB8AC3E}">
        <p14:creationId xmlns:p14="http://schemas.microsoft.com/office/powerpoint/2010/main" val="2883234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an </a:t>
            </a:r>
            <a:r>
              <a:rPr lang="en-US" dirty="0" err="1"/>
              <a:t>Atm</a:t>
            </a:r>
            <a:r>
              <a:rPr lang="en-US" dirty="0"/>
              <a:t> simulator</a:t>
            </a:r>
          </a:p>
        </p:txBody>
      </p:sp>
      <p:sp>
        <p:nvSpPr>
          <p:cNvPr id="3" name="Content Placeholder 2"/>
          <p:cNvSpPr>
            <a:spLocks noGrp="1"/>
          </p:cNvSpPr>
          <p:nvPr>
            <p:ph idx="1"/>
          </p:nvPr>
        </p:nvSpPr>
        <p:spPr>
          <a:xfrm>
            <a:off x="1141413" y="1968500"/>
            <a:ext cx="6605588" cy="4559300"/>
          </a:xfrm>
        </p:spPr>
        <p:txBody>
          <a:bodyPr>
            <a:normAutofit/>
          </a:bodyPr>
          <a:lstStyle/>
          <a:p>
            <a:pPr marL="457200" indent="-457200">
              <a:buAutoNum type="arabicPeriod"/>
            </a:pPr>
            <a:r>
              <a:rPr lang="en-US" dirty="0"/>
              <a:t>Banking System Simulation – Helps in understanding basic ATM functionalities like balance checking, deposits, and withdrawals.</a:t>
            </a:r>
          </a:p>
          <a:p>
            <a:pPr marL="457200" indent="-457200">
              <a:buAutoNum type="arabicPeriod"/>
            </a:pPr>
            <a:r>
              <a:rPr lang="en-US" dirty="0"/>
              <a:t>2. Programming Practice – A great beginner project to learn user authentication, loops, conditionals, and functions in C.</a:t>
            </a:r>
          </a:p>
          <a:p>
            <a:pPr marL="457200" indent="-457200">
              <a:buAutoNum type="arabicPeriod"/>
            </a:pPr>
            <a:r>
              <a:rPr lang="en-US" dirty="0"/>
              <a:t>3. Educational Tool – Used for teaching banking concepts and how an ATM works in computer science courses.</a:t>
            </a:r>
          </a:p>
          <a:p>
            <a:pPr marL="457200" indent="-457200">
              <a:buAutoNum type="arabicPeriod"/>
            </a:pPr>
            <a:endParaRPr lang="en-US" dirty="0"/>
          </a:p>
        </p:txBody>
      </p:sp>
      <p:sp>
        <p:nvSpPr>
          <p:cNvPr id="4" name="AutoShape 2" descr="380+ C Programming Codes Stock Photo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380+ C Programming Codes Stock Photos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380+ C Programming Codes Stock Photos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7747001" y="2274888"/>
            <a:ext cx="3756026" cy="2522295"/>
          </a:xfrm>
          <a:prstGeom prst="rect">
            <a:avLst/>
          </a:prstGeom>
        </p:spPr>
      </p:pic>
    </p:spTree>
    <p:extLst>
      <p:ext uri="{BB962C8B-B14F-4D97-AF65-F5344CB8AC3E}">
        <p14:creationId xmlns:p14="http://schemas.microsoft.com/office/powerpoint/2010/main" val="735583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a:t>
            </a:r>
            <a:r>
              <a:rPr lang="en-US" dirty="0" err="1"/>
              <a:t>atm</a:t>
            </a:r>
            <a:r>
              <a:rPr lang="en-US" dirty="0"/>
              <a:t> simulator</a:t>
            </a:r>
          </a:p>
        </p:txBody>
      </p:sp>
      <p:sp>
        <p:nvSpPr>
          <p:cNvPr id="3" name="Content Placeholder 2"/>
          <p:cNvSpPr>
            <a:spLocks noGrp="1"/>
          </p:cNvSpPr>
          <p:nvPr>
            <p:ph idx="1"/>
          </p:nvPr>
        </p:nvSpPr>
        <p:spPr>
          <a:xfrm>
            <a:off x="1268412" y="2097088"/>
            <a:ext cx="9905999" cy="4062412"/>
          </a:xfrm>
        </p:spPr>
        <p:txBody>
          <a:bodyPr>
            <a:normAutofit/>
          </a:bodyPr>
          <a:lstStyle/>
          <a:p>
            <a:pPr marL="0" indent="0">
              <a:buNone/>
            </a:pPr>
            <a:r>
              <a:rPr lang="en-US" dirty="0"/>
              <a:t>✅ Enhances Programming Skills – Covers essential C programming concepts like user input handling, loops, functions, and authentication.</a:t>
            </a:r>
          </a:p>
          <a:p>
            <a:pPr marL="0" indent="0">
              <a:buNone/>
            </a:pPr>
            <a:r>
              <a:rPr lang="en-US" dirty="0"/>
              <a:t>✅ Real-World Application – Simulates real banking transactions, making it practical for learning.</a:t>
            </a:r>
          </a:p>
          <a:p>
            <a:pPr marL="0" indent="0">
              <a:buNone/>
            </a:pPr>
            <a:r>
              <a:rPr lang="en-US" dirty="0"/>
              <a:t>✅ Security Awareness – Implements PIN authentication, teaching basic security protocols.</a:t>
            </a:r>
          </a:p>
          <a:p>
            <a:pPr marL="0" indent="0">
              <a:buNone/>
            </a:pPr>
            <a:endParaRPr lang="en-US" dirty="0"/>
          </a:p>
        </p:txBody>
      </p:sp>
    </p:spTree>
    <p:extLst>
      <p:ext uri="{BB962C8B-B14F-4D97-AF65-F5344CB8AC3E}">
        <p14:creationId xmlns:p14="http://schemas.microsoft.com/office/powerpoint/2010/main" val="2577478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for ATM Simulator in C with PIN Authentication</a:t>
            </a:r>
          </a:p>
        </p:txBody>
      </p:sp>
      <p:sp>
        <p:nvSpPr>
          <p:cNvPr id="3" name="Content Placeholder 2"/>
          <p:cNvSpPr>
            <a:spLocks noGrp="1"/>
          </p:cNvSpPr>
          <p:nvPr>
            <p:ph idx="1"/>
          </p:nvPr>
        </p:nvSpPr>
        <p:spPr/>
        <p:txBody>
          <a:bodyPr/>
          <a:lstStyle/>
          <a:p>
            <a:pPr marL="0" indent="0">
              <a:buNone/>
            </a:pPr>
            <a:r>
              <a:rPr lang="en-US" dirty="0"/>
              <a:t>Developing an ATM simulator with PIN authentication in C enhances our understanding of secure user authentication and transaction management. This project implements essential banking functions such as balance inquiry, cash withdrawal, deposit, and PIN verification, ensuring that only authorized users can access their accounts.</a:t>
            </a:r>
          </a:p>
        </p:txBody>
      </p:sp>
    </p:spTree>
    <p:extLst>
      <p:ext uri="{BB962C8B-B14F-4D97-AF65-F5344CB8AC3E}">
        <p14:creationId xmlns:p14="http://schemas.microsoft.com/office/powerpoint/2010/main" val="2065581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2663379" y="1765300"/>
            <a:ext cx="6531421" cy="4000500"/>
          </a:xfrm>
          <a:prstGeom prst="rect">
            <a:avLst/>
          </a:prstGeom>
        </p:spPr>
      </p:pic>
    </p:spTree>
    <p:extLst>
      <p:ext uri="{BB962C8B-B14F-4D97-AF65-F5344CB8AC3E}">
        <p14:creationId xmlns:p14="http://schemas.microsoft.com/office/powerpoint/2010/main" val="14995843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www.w3.org/2000/xmlns/"/>
    <ds:schemaRef ds:uri="71af3243-3dd4-4a8d-8c0d-dd76da1f02a5"/>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0</TotalTime>
  <Words>890</Words>
  <Application>Microsoft Office PowerPoint</Application>
  <PresentationFormat>Widescreen</PresentationFormat>
  <Paragraphs>106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Circuit</vt:lpstr>
      <vt:lpstr>atm simulator in c</vt:lpstr>
      <vt:lpstr>intoduction</vt:lpstr>
      <vt:lpstr>objectives</vt:lpstr>
      <vt:lpstr>Source code</vt:lpstr>
      <vt:lpstr>PowerPoint Presentation</vt:lpstr>
      <vt:lpstr>Sample Output</vt:lpstr>
      <vt:lpstr>Uses of an Atm simulator</vt:lpstr>
      <vt:lpstr>Advantages of atm simulator</vt:lpstr>
      <vt:lpstr>Conclusion for ATM Simulator in C with PIN Authentication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 simulator in c</dc:title>
  <dc:creator/>
  <cp:lastModifiedBy>manojjkumar368@gmail.com</cp:lastModifiedBy>
  <cp:revision>3</cp:revision>
  <dcterms:created xsi:type="dcterms:W3CDTF">2024-11-11T07:11:56Z</dcterms:created>
  <dcterms:modified xsi:type="dcterms:W3CDTF">2025-01-30T04:46:10Z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